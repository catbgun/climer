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5"/>
  </p:sldMasterIdLst>
  <p:notesMasterIdLst>
    <p:notesMasterId r:id="rId15"/>
  </p:notesMasterIdLst>
  <p:sldIdLst>
    <p:sldId id="256" r:id="rId6"/>
    <p:sldId id="264" r:id="rId7"/>
    <p:sldId id="267" r:id="rId8"/>
    <p:sldId id="268" r:id="rId9"/>
    <p:sldId id="269" r:id="rId10"/>
    <p:sldId id="270" r:id="rId11"/>
    <p:sldId id="271" r:id="rId12"/>
    <p:sldId id="265" r:id="rId13"/>
    <p:sldId id="266" r:id="rId14"/>
  </p:sldIdLst>
  <p:sldSz cx="12192000" cy="6858000"/>
  <p:notesSz cx="6858000" cy="9144000"/>
  <p:embeddedFontLst>
    <p:embeddedFont>
      <p:font typeface="Sarabun" panose="00000500000000000000" pitchFamily="2" charset="-34"/>
      <p:regular r:id="rId16"/>
      <p:bold r:id="rId17"/>
      <p:italic r:id="rId18"/>
      <p:boldItalic r:id="rId19"/>
    </p:embeddedFont>
    <p:embeddedFont>
      <p:font typeface="Sarabun SemiBold" panose="00000700000000000000" pitchFamily="2" charset="-34"/>
      <p:bold r:id="rId20"/>
      <p:boldItalic r:id="rId21"/>
    </p:embeddedFont>
  </p:embeddedFontLst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A45E5-3E49-4DF7-951C-1A61D95321B8}" v="1" dt="2026-02-01T16:48:50.161"/>
  </p1510:revLst>
</p1510:revInfo>
</file>

<file path=ppt/tableStyles.xml><?xml version="1.0" encoding="utf-8"?>
<a:tblStyleLst xmlns:a="http://schemas.openxmlformats.org/drawingml/2006/main" def="{5D78BCEE-8045-49FB-9F6A-1AE51C4C7ADB}">
  <a:tblStyle styleId="{5D78BCEE-8045-49FB-9F6A-1AE51C4C7ADB}" styleName="NIVA">
    <a:wholeTbl>
      <a:tcTxStyle b="off">
        <a:srgbClr val="000000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5F5F5"/>
              </a:solidFill>
            </a:ln>
          </a:top>
          <a:bottom>
            <a:ln w="0" cmpd="sng">
              <a:solidFill>
                <a:srgbClr val="FFFFFF"/>
              </a:solidFill>
            </a:ln>
          </a:bottom>
          <a:insideH>
            <a:ln w="6400" cmpd="sng">
              <a:solidFill>
                <a:srgbClr val="000000"/>
              </a:solidFill>
            </a:ln>
          </a:insideH>
          <a:insideV>
            <a:ln w="6400" cmpd="sng">
              <a:solidFill>
                <a:srgbClr val="000000"/>
              </a:solidFill>
            </a:ln>
          </a:insideV>
        </a:tcBdr>
      </a:tcStyle>
    </a:wholeTbl>
    <a:band1H>
      <a:tcTxStyle>
        <a:fontRef idx="minor">
          <a:prstClr val="black"/>
        </a:fontRef>
        <a:srgbClr val="000000"/>
      </a:tcTxStyle>
      <a:tcStyle>
        <a:tcBdr/>
      </a:tcStyle>
    </a:band1H>
    <a:band2H>
      <a:tcTxStyle>
        <a:fontRef idx="minor">
          <a:prstClr val="black"/>
        </a:fontRef>
        <a:srgbClr val="000000"/>
      </a:tcTxStyle>
      <a:tcStyle>
        <a:tcBdr/>
      </a:tcStyle>
    </a:band2H>
    <a:band1V>
      <a:tcTxStyle>
        <a:fontRef idx="minor">
          <a:prstClr val="black"/>
        </a:fontRef>
        <a:srgbClr val="000000"/>
      </a:tcTxStyle>
      <a:tcStyle>
        <a:tcBdr/>
      </a:tcStyle>
    </a:band1V>
    <a:band2V>
      <a:tcTxStyle>
        <a:fontRef idx="minor">
          <a:prstClr val="black"/>
        </a:fontRef>
        <a:srgbClr val="000000"/>
      </a:tcTxStyle>
      <a:tcStyle>
        <a:tcBdr/>
      </a:tcStyle>
    </a:band2V>
    <a:lastCol>
      <a:tcTxStyle>
        <a:fontRef idx="minor">
          <a:prstClr val="black"/>
        </a:fontRef>
        <a:srgbClr val="000000"/>
      </a:tcTxStyle>
      <a:tcStyle>
        <a:tcBdr>
          <a:right>
            <a:ln w="6400" cmpd="sng">
              <a:solidFill>
                <a:srgbClr val="000000"/>
              </a:solidFill>
            </a:ln>
          </a:right>
        </a:tcBdr>
        <a:fill>
          <a:solidFill>
            <a:srgbClr val="FFFFFF"/>
          </a:solidFill>
        </a:fill>
      </a:tcStyle>
    </a:lastCol>
    <a:firstCol>
      <a:tcTxStyle>
        <a:fontRef idx="minor">
          <a:prstClr val="black"/>
        </a:fontRef>
        <a:srgbClr val="000000"/>
      </a:tcTxStyle>
      <a:tcStyle>
        <a:tcBdr>
          <a:left>
            <a:ln w="6400" cmpd="sng">
              <a:solidFill>
                <a:srgbClr val="FFFFFF"/>
              </a:solidFill>
            </a:ln>
          </a:left>
        </a:tcBdr>
        <a:fill>
          <a:solidFill>
            <a:srgbClr val="F0EDD4"/>
          </a:solidFill>
        </a:fill>
      </a:tcStyle>
    </a:firstCol>
    <a:lastRow>
      <a:tcTxStyle b="on">
        <a:srgbClr val="000000"/>
      </a:tcTxStyle>
      <a:tcStyle>
        <a:tcBdr>
          <a:bottom>
            <a:ln w="6400" cmpd="sng">
              <a:solidFill>
                <a:srgbClr val="000000"/>
              </a:solidFill>
            </a:ln>
          </a:bottom>
        </a:tcBdr>
      </a:tcStyle>
    </a:lastRow>
    <a:firstRow>
      <a:tcTxStyle b="on">
        <a:srgbClr val="F0EDD4"/>
      </a:tcTxStyle>
      <a:tcStyle>
        <a:tcBdr>
          <a:insideV>
            <a:ln w="6400" cmpd="sng">
              <a:solidFill>
                <a:srgbClr val="F0EDD4"/>
              </a:solidFill>
            </a:ln>
          </a:insideV>
        </a:tcBdr>
        <a:fill>
          <a:solidFill>
            <a:srgbClr val="03088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125" d="100"/>
          <a:sy n="125" d="100"/>
        </p:scale>
        <p:origin x="774" y="-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4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rine Brecke Gundersen" userId="10726491-1757-49c4-a4fe-6db26378a89d" providerId="ADAL" clId="{35C5E6BB-9B8B-4823-A36E-8A947D150767}"/>
    <pc:docChg chg="modSld">
      <pc:chgData name="Cathrine Brecke Gundersen" userId="10726491-1757-49c4-a4fe-6db26378a89d" providerId="ADAL" clId="{35C5E6BB-9B8B-4823-A36E-8A947D150767}" dt="2026-02-01T16:48:53.756" v="1" actId="1076"/>
      <pc:docMkLst>
        <pc:docMk/>
      </pc:docMkLst>
      <pc:sldChg chg="addSp modSp mod">
        <pc:chgData name="Cathrine Brecke Gundersen" userId="10726491-1757-49c4-a4fe-6db26378a89d" providerId="ADAL" clId="{35C5E6BB-9B8B-4823-A36E-8A947D150767}" dt="2026-02-01T16:48:53.756" v="1" actId="1076"/>
        <pc:sldMkLst>
          <pc:docMk/>
          <pc:sldMk cId="2310958985" sldId="269"/>
        </pc:sldMkLst>
        <pc:picChg chg="add mod">
          <ac:chgData name="Cathrine Brecke Gundersen" userId="10726491-1757-49c4-a4fe-6db26378a89d" providerId="ADAL" clId="{35C5E6BB-9B8B-4823-A36E-8A947D150767}" dt="2026-02-01T16:48:53.756" v="1" actId="1076"/>
          <ac:picMkLst>
            <pc:docMk/>
            <pc:sldMk cId="2310958985" sldId="269"/>
            <ac:picMk id="2" creationId="{02BFCCC2-4161-0330-9C21-56D9DEC642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BBDFC-0B1A-4D67-A912-CEC00DAE04AD}" type="datetimeFigureOut">
              <a:rPr lang="nb-NO" smtClean="0"/>
              <a:t>01.02.2026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017D6-5F37-4EE0-949C-4E18E3D2B02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921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3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6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7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2" algn="l" defTabSz="9142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/Front pa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4EE8EEE-5415-F937-D972-E7B6C5DED3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907" y="541484"/>
            <a:ext cx="4468506" cy="2114138"/>
          </a:xfrm>
        </p:spPr>
        <p:txBody>
          <a:bodyPr anchor="b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907" y="2819895"/>
            <a:ext cx="4468506" cy="314193"/>
          </a:xfrm>
        </p:spPr>
        <p:txBody>
          <a:bodyPr/>
          <a:lstStyle>
            <a:lvl1pPr marL="0" indent="0" algn="l">
              <a:buNone/>
              <a:defRPr sz="1750">
                <a:solidFill>
                  <a:schemeClr val="bg2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6907" y="3178004"/>
            <a:ext cx="4468506" cy="250996"/>
          </a:xfrm>
        </p:spPr>
        <p:txBody>
          <a:bodyPr lIns="0" tIns="0" rIns="0" bIns="0" anchor="t"/>
          <a:lstStyle>
            <a:lvl1pPr>
              <a:defRPr sz="1250"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6B7A359-D36A-6642-E457-0077BDB4F4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2426" y="5035006"/>
            <a:ext cx="2464697" cy="7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4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rside/Front pag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6684B97D-2F2A-9F9D-94C9-8B83BB3861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234308"/>
            <a:ext cx="12192000" cy="83219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907" y="541484"/>
            <a:ext cx="4468506" cy="2114138"/>
          </a:xfrm>
        </p:spPr>
        <p:txBody>
          <a:bodyPr anchor="b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907" y="2819895"/>
            <a:ext cx="4468506" cy="314193"/>
          </a:xfrm>
        </p:spPr>
        <p:txBody>
          <a:bodyPr/>
          <a:lstStyle>
            <a:lvl1pPr marL="0" indent="0" algn="l">
              <a:buNone/>
              <a:defRPr sz="1750">
                <a:solidFill>
                  <a:schemeClr val="bg2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6907" y="3178004"/>
            <a:ext cx="4468506" cy="250996"/>
          </a:xfrm>
        </p:spPr>
        <p:txBody>
          <a:bodyPr lIns="0" tIns="0" rIns="0" bIns="0" anchor="t"/>
          <a:lstStyle>
            <a:lvl1pPr>
              <a:defRPr sz="1250"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6B7A359-D36A-6642-E457-0077BDB4F4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2426" y="5035006"/>
            <a:ext cx="2464697" cy="7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9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rside/Front pag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B00975F-7D2C-3532-A8A9-050A3ABBE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-234307"/>
            <a:ext cx="12192001" cy="83219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907" y="541484"/>
            <a:ext cx="4468506" cy="2114138"/>
          </a:xfrm>
        </p:spPr>
        <p:txBody>
          <a:bodyPr anchor="b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907" y="2819895"/>
            <a:ext cx="4468506" cy="314193"/>
          </a:xfrm>
        </p:spPr>
        <p:txBody>
          <a:bodyPr/>
          <a:lstStyle>
            <a:lvl1pPr marL="0" indent="0" algn="l">
              <a:buNone/>
              <a:defRPr sz="1750">
                <a:solidFill>
                  <a:schemeClr val="bg2"/>
                </a:solidFill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6907" y="3178004"/>
            <a:ext cx="4468506" cy="250996"/>
          </a:xfrm>
        </p:spPr>
        <p:txBody>
          <a:bodyPr lIns="0" tIns="0" rIns="0" bIns="0" anchor="t"/>
          <a:lstStyle>
            <a:lvl1pPr>
              <a:defRPr sz="1250"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4F6E637-60E3-14C6-C532-FCA5B5347F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2426" y="5035006"/>
            <a:ext cx="2464697" cy="7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4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/Chapter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08C65D7-8D7F-EE91-510F-BF67DC3F6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234309"/>
            <a:ext cx="12215912" cy="832196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833B1A0-D6C1-0A97-879F-40BF634A39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270" y="6250815"/>
            <a:ext cx="583577" cy="168587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552214CE-D122-0558-38F3-72A33A74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907" y="2009338"/>
            <a:ext cx="4817467" cy="2105938"/>
          </a:xfrm>
        </p:spPr>
        <p:txBody>
          <a:bodyPr anchor="t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96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/Chapter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08C65D7-8D7F-EE91-510F-BF67DC3F6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234309"/>
            <a:ext cx="12215912" cy="832196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833B1A0-D6C1-0A97-879F-40BF634A39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270" y="6250815"/>
            <a:ext cx="583577" cy="16858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B7937D-C2E9-5139-698C-D4A3F70823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6209" y="3024621"/>
            <a:ext cx="4665412" cy="185282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F92D026-3C17-45B8-A57F-254B2AB03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907" y="1081440"/>
            <a:ext cx="4684714" cy="1574182"/>
          </a:xfrm>
        </p:spPr>
        <p:txBody>
          <a:bodyPr anchor="b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 + bilde/Chapter + image #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833B1A0-D6C1-0A97-879F-40BF634A39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270" y="6250815"/>
            <a:ext cx="583577" cy="168587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A26D649-F39B-B933-70B8-07F2DB6E99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3875" y="433437"/>
            <a:ext cx="5279125" cy="598636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A017B3-FAE5-EB02-EECC-23A933FEC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907" y="2009338"/>
            <a:ext cx="4817467" cy="2105938"/>
          </a:xfrm>
        </p:spPr>
        <p:txBody>
          <a:bodyPr anchor="t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4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 + bilde/Chapter + image #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833B1A0-D6C1-0A97-879F-40BF634A39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270" y="6250815"/>
            <a:ext cx="583577" cy="16858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B7937D-C2E9-5139-698C-D4A3F70823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6209" y="3024621"/>
            <a:ext cx="4665412" cy="185282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9344BC29-E2D8-ADD2-D9A4-F489417193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3875" y="433437"/>
            <a:ext cx="5279125" cy="5986362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8CB75D-F22B-7A6B-4489-F7D96EF89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907" y="1058901"/>
            <a:ext cx="4684714" cy="1596721"/>
          </a:xfrm>
        </p:spPr>
        <p:txBody>
          <a:bodyPr anchor="b"/>
          <a:lstStyle>
            <a:lvl1pPr algn="l">
              <a:defRPr sz="475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4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/Quot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2398" y="1374163"/>
            <a:ext cx="7767203" cy="4109673"/>
          </a:xfrm>
        </p:spPr>
        <p:txBody>
          <a:bodyPr anchor="ctr"/>
          <a:lstStyle>
            <a:lvl1pPr algn="ctr">
              <a:lnSpc>
                <a:spcPct val="98000"/>
              </a:lnSpc>
              <a:defRPr sz="425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62F221-7BBE-7BF6-9F9A-25AAFB5A4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57944" y="5538661"/>
            <a:ext cx="2011752" cy="33894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Navn Etternavn</a:t>
            </a:r>
          </a:p>
        </p:txBody>
      </p:sp>
    </p:spTree>
    <p:extLst>
      <p:ext uri="{BB962C8B-B14F-4D97-AF65-F5344CB8AC3E}">
        <p14:creationId xmlns:p14="http://schemas.microsoft.com/office/powerpoint/2010/main" val="326372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ende bilde/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E52698C-0DDD-EEB6-F35A-1EACB81325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6289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+tekst/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036618"/>
            <a:ext cx="9920101" cy="382961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07255E65-903E-FE91-80A3-CD54DF97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31099"/>
            <a:ext cx="9920101" cy="8034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lassholder for dato 19">
            <a:extLst>
              <a:ext uri="{FF2B5EF4-FFF2-40B4-BE49-F238E27FC236}">
                <a16:creationId xmlns:a16="http://schemas.microsoft.com/office/drawing/2014/main" id="{102AA10F-FB76-6CF1-80DC-3A1A1C5F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21" name="Plassholder for bunntekst 20">
            <a:extLst>
              <a:ext uri="{FF2B5EF4-FFF2-40B4-BE49-F238E27FC236}">
                <a16:creationId xmlns:a16="http://schemas.microsoft.com/office/drawing/2014/main" id="{728C7949-AD21-59B2-3D26-C9A36C07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22" name="Plassholder for lysbildenummer 21">
            <a:extLst>
              <a:ext uri="{FF2B5EF4-FFF2-40B4-BE49-F238E27FC236}">
                <a16:creationId xmlns:a16="http://schemas.microsoft.com/office/drawing/2014/main" id="{2592CAC2-C115-6AE5-8D5D-3EB48B55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BBC85-003F-408F-B30D-A3D1E54911AA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5432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 og tekst/Title, sub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533295"/>
            <a:ext cx="9920101" cy="3332941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48183-B253-7CB7-55D9-50F5EE9CE8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337" y="2065431"/>
            <a:ext cx="9931325" cy="392928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691CCC32-2E8F-EA20-A2F4-461CAD89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628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o tekst/Title and two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103120"/>
            <a:ext cx="4678307" cy="376311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4F680B-800B-AD2F-65E4-999E8B17BC8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372133" y="2103120"/>
            <a:ext cx="4678306" cy="376311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8DDC22F6-6F57-6C9B-4E8B-57FD7F8E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6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o mellomtittel og tekst/Title, two subtitles an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24D8801-D53D-29EA-F011-053773E19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517883"/>
            <a:ext cx="4678306" cy="334835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AB17CDF-9941-872D-E709-5D2EEACF8E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0338" y="2078011"/>
            <a:ext cx="4678306" cy="352356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DB21D60-4563-1AD8-584D-230D1931B8A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72133" y="2517883"/>
            <a:ext cx="4678306" cy="334835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40226BB-02A0-D657-7219-9895D50F77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133" y="2078011"/>
            <a:ext cx="4678306" cy="352356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89A9EB1-DBFF-AB54-241C-EC11D394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068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re tekst/Title and three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2103120"/>
            <a:ext cx="2961220" cy="376311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4F680B-800B-AD2F-65E4-999E8B17BC8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09779" y="2103120"/>
            <a:ext cx="2961220" cy="376311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EA5B618-F5D6-2B97-FAA9-7C478CE8F0F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89219" y="2103120"/>
            <a:ext cx="2961220" cy="376311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AEE9329-CD47-12CE-83FF-47E2A824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8388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re mellomtittel og tekst/Title, three subtitles an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2533295"/>
            <a:ext cx="2961220" cy="33329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4F680B-800B-AD2F-65E4-999E8B17BC8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09779" y="2533295"/>
            <a:ext cx="2961220" cy="33329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EA5B618-F5D6-2B97-FAA9-7C478CE8F0F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89219" y="2533295"/>
            <a:ext cx="2961220" cy="33329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AB9283-356E-9E97-DEBB-D025011848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339" y="2078181"/>
            <a:ext cx="2961220" cy="380177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367850A-624B-7A4E-3D9D-E532BAAD37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9780" y="2078181"/>
            <a:ext cx="2961220" cy="380177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9D3ED60-9D01-85EA-37AC-EFA326D05D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89219" y="2078181"/>
            <a:ext cx="2961220" cy="380177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87545C23-055D-F36F-FF42-8CFCFDE1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392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o tekst og bilde/Title, two tex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2086495"/>
            <a:ext cx="2961220" cy="37797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4F680B-800B-AD2F-65E4-999E8B17BC8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09779" y="2086495"/>
            <a:ext cx="2961220" cy="37797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E4C7F3-E3DE-787C-3B48-9776466BD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62375" y="2061211"/>
            <a:ext cx="4129625" cy="3135213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8CFA659B-0DB2-C643-6F55-84E5C721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8248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o mellomtitler, tekst og bilde/Title, two subtitles, tex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2533295"/>
            <a:ext cx="2961220" cy="33329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74F680B-800B-AD2F-65E4-999E8B17BC8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09779" y="2533295"/>
            <a:ext cx="2961220" cy="33329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AB9283-356E-9E97-DEBB-D025011848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337" y="2067583"/>
            <a:ext cx="2961220" cy="39292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367850A-624B-7A4E-3D9D-E532BAAD37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9778" y="2067583"/>
            <a:ext cx="2961220" cy="39292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8B622F6-BA6F-FE70-4F5C-00E38693A3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1151" y="2067583"/>
            <a:ext cx="4129625" cy="317670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469A3BEC-943F-0734-4B24-C44743A5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770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bilde lang/Title, text and lo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471895"/>
            <a:ext cx="4802003" cy="3394341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EECC6B-AB64-CD9C-00D6-7CBA492097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73832" y="455665"/>
            <a:ext cx="5274404" cy="640233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BF2744BD-47AA-94BF-9348-6D7ABC9A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204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257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, tekst og bilde lang/Title, subtitle, text and lo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996210"/>
            <a:ext cx="4802003" cy="28700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EECC6B-AB64-CD9C-00D6-7CBA492097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73832" y="455665"/>
            <a:ext cx="5274404" cy="640233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D288674-9244-DFB1-4F18-41D6F9EA8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337" y="2481943"/>
            <a:ext cx="4802003" cy="399476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CE4BC7F-5E29-49FB-CBD9-D7215620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18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35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bilde kort/Title, text and sho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510444"/>
            <a:ext cx="4802003" cy="335579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EECC6B-AB64-CD9C-00D6-7CBA492097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73832" y="1203297"/>
            <a:ext cx="5718168" cy="45123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5CA83D7C-A23C-4D9F-4F15-063D2A9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2245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101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, tekst og bilde kort/Title, subtitle, text and sho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996210"/>
            <a:ext cx="4802003" cy="28700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D288674-9244-DFB1-4F18-41D6F9EA8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338" y="2488491"/>
            <a:ext cx="4802003" cy="392928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BA734E7-6354-C55B-210E-3B8D4C13B8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73832" y="1203297"/>
            <a:ext cx="5718168" cy="45123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F9100F0-0DBA-EEF9-6554-8E00939D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18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34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tre bilder/Title, 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486023"/>
            <a:ext cx="4802003" cy="338021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EECC6B-AB64-CD9C-00D6-7CBA492097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0296" y="455665"/>
            <a:ext cx="3371704" cy="3238457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1CAF6BE-BE73-CBDA-1EC6-89BEDD0D09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7886" y="4152063"/>
            <a:ext cx="4606464" cy="27059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F4AEC56-4F9B-AF83-9D13-10082EE28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1298" y="1205123"/>
            <a:ext cx="1895805" cy="2488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82050AA8-A38F-DE93-9C5B-574B63A3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204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7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, tekst og tre bilder/Title, subtitle, 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EECC6B-AB64-CD9C-00D6-7CBA492097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0296" y="455665"/>
            <a:ext cx="3371704" cy="3238457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1CAF6BE-BE73-CBDA-1EC6-89BEDD0D09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7886" y="4152063"/>
            <a:ext cx="4606464" cy="2705937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EF4AEC56-4F9B-AF83-9D13-10082EE28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1298" y="1205123"/>
            <a:ext cx="1895805" cy="2488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FCC1457-3895-EC79-45C6-46D340157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996210"/>
            <a:ext cx="4802003" cy="28700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2472DAA-2BCE-503D-5CD0-B5A815A94A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338" y="2488491"/>
            <a:ext cx="4802003" cy="392928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2E980B94-A7B2-3870-16BB-50A3690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37" y="1187086"/>
            <a:ext cx="4802003" cy="118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13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de/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1203297"/>
            <a:ext cx="3042155" cy="466293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BA734E7-6354-C55B-210E-3B8D4C13B8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7656" y="445220"/>
            <a:ext cx="6786695" cy="598038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0793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llomtittel, tekst og bilde/Sub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1708682"/>
            <a:ext cx="3042155" cy="415755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BA734E7-6354-C55B-210E-3B8D4C13B8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7656" y="445220"/>
            <a:ext cx="6786695" cy="598038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F33EAAC-DC10-4F2D-C2A1-E5B9972D7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339" y="1207457"/>
            <a:ext cx="3042155" cy="39292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6598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tabell/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111433"/>
            <a:ext cx="4802003" cy="375480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BC275DC-EB41-E1F6-C50B-417612313A9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461799" y="2111432"/>
            <a:ext cx="4596578" cy="3754803"/>
          </a:xfrm>
        </p:spPr>
        <p:txBody>
          <a:bodyPr/>
          <a:lstStyle/>
          <a:p>
            <a:r>
              <a:rPr lang="en-US"/>
              <a:t>Click icon to add table</a:t>
            </a:r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E63F3AA2-7E2C-3E4D-6E5C-8F354D67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6332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, tekst og tabell/Title, sub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588621"/>
            <a:ext cx="4802003" cy="327761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BC275DC-EB41-E1F6-C50B-417612313A9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461799" y="2093094"/>
            <a:ext cx="4596578" cy="3773141"/>
          </a:xfrm>
        </p:spPr>
        <p:txBody>
          <a:bodyPr/>
          <a:lstStyle/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69700E1-50BA-A425-B338-CDD39B4F91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337" y="2093094"/>
            <a:ext cx="4802003" cy="392928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AA305247-3C4E-F469-61EB-41AB6C99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7989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tabell stor/Title, text and 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9" y="2103120"/>
            <a:ext cx="3042155" cy="376311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BC275DC-EB41-E1F6-C50B-417612313A9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84629" y="2103119"/>
            <a:ext cx="6473748" cy="3763116"/>
          </a:xfrm>
        </p:spPr>
        <p:txBody>
          <a:bodyPr/>
          <a:lstStyle/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25183FF-8AC1-9CAC-F9B4-FC583901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90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mellomtittel, tekst og tabell stor/Title, subtitle, text and 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2BC275DC-EB41-E1F6-C50B-417612313A9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87913" y="2110566"/>
            <a:ext cx="6473748" cy="3755670"/>
          </a:xfrm>
        </p:spPr>
        <p:txBody>
          <a:bodyPr/>
          <a:lstStyle/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2D4A112-6AEC-6A06-1BBF-C346F2D848A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130339" y="2542338"/>
            <a:ext cx="3042155" cy="332389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611DC-E43D-2D65-87D5-0FE9A4307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3621" y="2078182"/>
            <a:ext cx="3042155" cy="37066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28584900-4AE2-DD07-95BE-1F122C39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40811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diagram/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F3D46E-7029-5E28-875D-177B222CB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0338" y="2094807"/>
            <a:ext cx="4802003" cy="377143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ACF5730A-6A5A-00D5-B0F1-26D08F854F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61799" y="2094807"/>
            <a:ext cx="4596578" cy="377143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icon to add chart</a:t>
            </a:r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D4A1D74C-4510-0CF9-85CE-60D49FB5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78865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undertittel, tekst og diagram/Title, sub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53A4-B293-5CA1-F209-4BEAA61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ACF5730A-6A5A-00D5-B0F1-26D08F854F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61799" y="2080009"/>
            <a:ext cx="4596578" cy="3786227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icon to add chart</a:t>
            </a:r>
            <a:endParaRPr lang="nb-NO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B6C259B-A93C-88B1-8683-04269E3EAA3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30339" y="2588623"/>
            <a:ext cx="4802002" cy="327761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2ABB780-7D82-A075-4F9E-756E2C9D8C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337" y="2091732"/>
            <a:ext cx="4802002" cy="394291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1CFB47D-85DC-3E8B-5301-950644C2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04820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diagram/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EC5B-9405-1CD3-F838-B4DDF916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949" y="1151214"/>
            <a:ext cx="9920101" cy="340875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2ABA5-6745-416B-A671-596AAFD8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F2FC71FD-FD29-A4AB-E480-98BC0BD869FC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36004" y="1786407"/>
            <a:ext cx="9919992" cy="407982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8263170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abell/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EC5B-9405-1CD3-F838-B4DDF916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949" y="1151214"/>
            <a:ext cx="9920101" cy="340875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2ABA5-6745-416B-A671-596AAFD8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C073064-E089-E352-A682-595824D61C4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136004" y="1786407"/>
            <a:ext cx="9919992" cy="4079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6477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337" y="1187086"/>
            <a:ext cx="9920100" cy="8034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vel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leo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338" y="2069960"/>
            <a:ext cx="9920100" cy="3750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NClick</a:t>
            </a:r>
            <a:r>
              <a:rPr lang="en-US" dirty="0"/>
              <a:t> to edit Master text styles </a:t>
            </a:r>
            <a:r>
              <a:rPr lang="en-US" dirty="0" err="1"/>
              <a:t>gsmgsldgmldsgmldsglds</a:t>
            </a:r>
            <a:endParaRPr lang="en-US" dirty="0"/>
          </a:p>
          <a:p>
            <a:pPr lvl="0"/>
            <a:r>
              <a:rPr lang="en-US" dirty="0"/>
              <a:t>Duis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713729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4033" y="455856"/>
            <a:ext cx="3728461" cy="179387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 spc="1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71939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BBC85-003F-408F-B30D-A3D1E54911AA}" type="slidenum">
              <a:rPr lang="nb-NO" smtClean="0"/>
              <a:t>‹#›</a:t>
            </a:fld>
            <a:endParaRPr lang="nb-NO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91735E5-47E4-16FC-7F37-FCA6595AB154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39270" y="6250815"/>
            <a:ext cx="583577" cy="16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62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3699" r:id="rId30"/>
    <p:sldLayoutId id="2147483700" r:id="rId31"/>
    <p:sldLayoutId id="2147483701" r:id="rId32"/>
    <p:sldLayoutId id="2147483702" r:id="rId33"/>
  </p:sldLayoutIdLst>
  <p:hf sldNum="0"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300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58782" indent="-158782" algn="l" defTabSz="914446" rtl="0" eaLnBrk="1" latinLnBrk="0" hangingPunct="1">
        <a:lnSpc>
          <a:spcPct val="115000"/>
        </a:lnSpc>
        <a:spcBef>
          <a:spcPts val="150"/>
        </a:spcBef>
        <a:buFont typeface="Sarabun" panose="00000500000000000000" pitchFamily="2" charset="-34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115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115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115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115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7418-E47D-FE14-D6D8-EDE5508008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Langtjern </a:t>
            </a:r>
            <a:r>
              <a:rPr lang="nb-NO" dirty="0" err="1"/>
              <a:t>seasonal</a:t>
            </a:r>
            <a:r>
              <a:rPr lang="nb-NO" dirty="0"/>
              <a:t>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95CD0-F66B-41CD-9D0D-49F5AF4AEC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4678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>
            <a:extLst>
              <a:ext uri="{FF2B5EF4-FFF2-40B4-BE49-F238E27FC236}">
                <a16:creationId xmlns:a16="http://schemas.microsoft.com/office/drawing/2014/main" id="{FB9963A3-DC7C-5E25-AB15-F980572665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Why lack of correlation between </a:t>
            </a:r>
          </a:p>
          <a:p>
            <a:pPr lvl="1"/>
            <a:r>
              <a:rPr lang="en-US" dirty="0"/>
              <a:t>TOC and Hg</a:t>
            </a:r>
          </a:p>
          <a:p>
            <a:pPr lvl="1"/>
            <a:r>
              <a:rPr lang="en-US" dirty="0" err="1"/>
              <a:t>sUVa</a:t>
            </a:r>
            <a:r>
              <a:rPr lang="en-US" dirty="0"/>
              <a:t> and Hg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B1A99F56-3AD3-A83B-3A4D-DF217A08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787A351-F650-7FD3-C14A-8F8DAC3D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0294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93BFA-839B-5C30-5C3A-6A2CFBAC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3606"/>
            <a:ext cx="5450466" cy="3314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7AF2C3-7445-FD74-0321-96F577FC8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" y="7516"/>
            <a:ext cx="5626574" cy="3421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62965-6B7E-ACFB-949F-D1F96ACC6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84" y="3571550"/>
            <a:ext cx="5404513" cy="32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8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01B1C-ABCC-34FF-E522-48AB20B4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52AFB-E470-213A-32D3-A5982608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59" y="1550301"/>
            <a:ext cx="5407621" cy="4017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6A0513-3950-F49C-411B-4AE44BE73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20" y="1550301"/>
            <a:ext cx="5407621" cy="40207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515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42A393-66BE-372E-1407-AE7C4FBF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7CD33-F903-3050-2129-6E864C2C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065D2-AAD3-E89E-16EC-80C7F48E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874" y="3604673"/>
            <a:ext cx="5430253" cy="3302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2F1F0-71EC-93C5-0E37-B1E169093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37" y="735360"/>
            <a:ext cx="3943957" cy="2398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2188C-3461-E35B-CCA5-41B90DF18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37" y="3653448"/>
            <a:ext cx="5269832" cy="32045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BFCCC2-4161-0330-9C21-56D9DEC64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169" y="545549"/>
            <a:ext cx="5437356" cy="330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5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5FE9-D780-7FC7-7DB2-879FF8AF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5B8951-FF85-DF77-AF38-1999E26F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F1D10-D92F-FB38-63C5-AAA7D34E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0BDD2-26E8-95CA-7A1E-59C8CD3A2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749" y="122578"/>
            <a:ext cx="5437356" cy="3306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6603A-5009-E060-3BD4-44FA09BB3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328" y="3335136"/>
            <a:ext cx="5793293" cy="3522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6E2A5E-7206-68B6-C5FF-17FD3CC1F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08" y="0"/>
            <a:ext cx="5652841" cy="343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4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058716-A323-0238-DC1D-8C28FABD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217" y="0"/>
            <a:ext cx="9920101" cy="803409"/>
          </a:xfrm>
        </p:spPr>
        <p:txBody>
          <a:bodyPr/>
          <a:lstStyle/>
          <a:p>
            <a:r>
              <a:rPr lang="nb-NO" dirty="0" err="1"/>
              <a:t>Seasonal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14716-36AF-1FF8-9EFE-2EAD55DE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248" y="268320"/>
            <a:ext cx="5590249" cy="3399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97A06B-488C-3781-1276-83F422DFE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" y="401704"/>
            <a:ext cx="5370900" cy="3266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FF9A2-51BC-5168-A338-B5AD55C51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2968"/>
            <a:ext cx="5435069" cy="3305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5AF56-493D-F39C-50D6-CF1D9558B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248" y="3552968"/>
            <a:ext cx="5435070" cy="330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9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bunntekst 1">
            <a:extLst>
              <a:ext uri="{FF2B5EF4-FFF2-40B4-BE49-F238E27FC236}">
                <a16:creationId xmlns:a16="http://schemas.microsoft.com/office/drawing/2014/main" id="{2368604D-69FD-8BFE-7F20-972270E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5A49EB-5474-959B-59DA-16BBB104E4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D8C06F3-A302-D425-8EFB-A6F48212B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288EE113-25E0-79BC-B98B-9E9E26453C7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D284FF49-8270-DFAF-1461-37C83EF941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E5BBF54-E2AD-980E-59B2-C39CAEF5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bunntekst 1">
            <a:extLst>
              <a:ext uri="{FF2B5EF4-FFF2-40B4-BE49-F238E27FC236}">
                <a16:creationId xmlns:a16="http://schemas.microsoft.com/office/drawing/2014/main" id="{D47CF416-D5FF-839E-4448-E41C844C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9BD105B-4327-AA74-62AC-7C7523A260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80692A59-5AD9-279F-5392-AC116FCC68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430CA03-D847-B10B-22E6-FE7662A2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iva">
      <a:dk1>
        <a:sysClr val="windowText" lastClr="000000"/>
      </a:dk1>
      <a:lt1>
        <a:sysClr val="window" lastClr="FFFFFF"/>
      </a:lt1>
      <a:dk2>
        <a:srgbClr val="030887"/>
      </a:dk2>
      <a:lt2>
        <a:srgbClr val="F0EDD4"/>
      </a:lt2>
      <a:accent1>
        <a:srgbClr val="030887"/>
      </a:accent1>
      <a:accent2>
        <a:srgbClr val="0069FF"/>
      </a:accent2>
      <a:accent3>
        <a:srgbClr val="F0EDD4"/>
      </a:accent3>
      <a:accent4>
        <a:srgbClr val="A3EDCC"/>
      </a:accent4>
      <a:accent5>
        <a:srgbClr val="004F59"/>
      </a:accent5>
      <a:accent6>
        <a:srgbClr val="DE8F14"/>
      </a:accent6>
      <a:hlink>
        <a:srgbClr val="0563C1"/>
      </a:hlink>
      <a:folHlink>
        <a:srgbClr val="954F72"/>
      </a:folHlink>
    </a:clrScheme>
    <a:fontScheme name="Niva">
      <a:majorFont>
        <a:latin typeface="Sarabun SemiBold"/>
        <a:ea typeface=""/>
        <a:cs typeface=""/>
      </a:majorFont>
      <a:minorFont>
        <a:latin typeface="Sarabu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8119 PowerPoint presentasjonsmal061223.pptx" id="{6D9654A0-0C12-46F9-B078-E674F6AB68B0}" vid="{222B4981-ED57-440D-A273-296D9E36FD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F1C15E1C23444EA64EC40D6E9736B3" ma:contentTypeVersion="3" ma:contentTypeDescription="Create a new document." ma:contentTypeScope="" ma:versionID="8bad742c4abce4dfd9542feed12c2d86">
  <xsd:schema xmlns:xsd="http://www.w3.org/2001/XMLSchema" xmlns:xs="http://www.w3.org/2001/XMLSchema" xmlns:p="http://schemas.microsoft.com/office/2006/metadata/properties" xmlns:ns2="b4874331-b045-4b56-a73b-a1b82bc8139f" targetNamespace="http://schemas.microsoft.com/office/2006/metadata/properties" ma:root="true" ma:fieldsID="6d70b9c38b97539b16f84fadd19bd5f3" ns2:_="">
    <xsd:import namespace="b4874331-b045-4b56-a73b-a1b82bc813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74331-b045-4b56-a73b-a1b82bc813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b413f08b-c211-47f6-8ae0-7908ce8c5731" ContentTypeId="0x0101" PreviousValue="false" LastSyncTimeStamp="2022-12-14T14:20:55.777Z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839E71-7582-4645-B42B-B62D1D0D51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874331-b045-4b56-a73b-a1b82bc813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E7D893-58BC-49CA-AACD-C94CD5B6EAEC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D50E2535-D5A6-4351-B3B6-07A97B90C0E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D6C744B-E7E3-46A3-B2AB-C02718D922D4}">
  <ds:schemaRefs>
    <ds:schemaRef ds:uri="http://purl.org/dc/elements/1.1/"/>
    <ds:schemaRef ds:uri="http://schemas.microsoft.com/office/2006/metadata/properties"/>
    <ds:schemaRef ds:uri="b4874331-b045-4b56-a73b-a1b82bc8139f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18119 PowerPoint presentasjonsmal</Template>
  <TotalTime>85</TotalTime>
  <Words>16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Sarabun SemiBold</vt:lpstr>
      <vt:lpstr>Sarabun</vt:lpstr>
      <vt:lpstr>Calibri</vt:lpstr>
      <vt:lpstr>Office Theme</vt:lpstr>
      <vt:lpstr>Langtjern seasonal data</vt:lpstr>
      <vt:lpstr>Objectives</vt:lpstr>
      <vt:lpstr>PowerPoint Presentation</vt:lpstr>
      <vt:lpstr>PowerPoint Presentation</vt:lpstr>
      <vt:lpstr>PowerPoint Presentation</vt:lpstr>
      <vt:lpstr>PowerPoint Presentation</vt:lpstr>
      <vt:lpstr>Seasonal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Cathrine Brecke Gundersen</dc:creator>
  <cp:lastModifiedBy>Cathrine Brecke Gundersen</cp:lastModifiedBy>
  <cp:revision>1</cp:revision>
  <dcterms:created xsi:type="dcterms:W3CDTF">2026-01-30T12:43:01Z</dcterms:created>
  <dcterms:modified xsi:type="dcterms:W3CDTF">2026-02-01T16:49:01Z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0x0101004AF1C15E1C23444EA64EC40D6E9736B3</vt:lpwstr>
  </property>
</Properties>
</file>